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3444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D2FF"/>
                </a:solidFill>
              </a:defRPr>
            </a:pPr>
            <a:r>
              <a:t>RAZORPAY AI BUILDATHON 2026  •  TRACK 2: AI RISK MANAGER</a:t>
            </a:r>
          </a:p>
          <a:p>
            <a:pPr>
              <a:spcAft>
                <a:spcPts val="800"/>
              </a:spcAft>
              <a:defRPr sz="5800" b="1">
                <a:solidFill>
                  <a:srgbClr val="F8FAFC"/>
                </a:solidFill>
              </a:defRPr>
            </a:pPr>
            <a:r>
              <a:t>IntentLock</a:t>
            </a:r>
          </a:p>
          <a:p>
            <a:pPr>
              <a:spcAft>
                <a:spcPts val="1800"/>
              </a:spcAft>
              <a:defRPr sz="2400" b="1">
                <a:solidFill>
                  <a:srgbClr val="388CFF"/>
                </a:solidFill>
              </a:defRPr>
            </a:pPr>
            <a:r>
              <a:t>Zero-Trust Policy Gate for High-Risk Payouts</a:t>
            </a:r>
          </a:p>
          <a:p>
            <a:pPr>
              <a:spcAft>
                <a:spcPts val="2800"/>
              </a:spcAft>
              <a:defRPr sz="1500">
                <a:solidFill>
                  <a:srgbClr val="9CAFCB"/>
                </a:solidFill>
              </a:defRPr>
            </a:pPr>
            <a:r>
              <a:t>A defense-grade policy gate intercepting deepfake voice notes, urgent social engineering, and unauthorized recipient tampering before instructions reach RazorpayX rails.</a:t>
            </a:r>
          </a:p>
          <a:p>
            <a:pPr>
              <a:spcAft>
                <a:spcPts val="2000"/>
              </a:spcAft>
              <a:defRPr sz="1300" b="1">
                <a:solidFill>
                  <a:srgbClr val="10D990"/>
                </a:solidFill>
              </a:defRPr>
            </a:pPr>
            <a:r>
              <a:t>403 Passing Tests  •  0 Unsafe Handoffs  •  3 Hard Authority Lanes  •  MIT Open Source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Builder: Kunal Kumar Mehta   •   Repository: github.com/KunalKumarMehta/razorpay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RAZORPAY AI BUILDATHON 2026 • TRACK 2: AI RISK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Threat Landscape: Deepfakes, Urgency &amp; Autonomous LLM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F5757"/>
                </a:solidFill>
              </a:defRPr>
            </a:pPr>
            <a:r>
              <a:t>1. Weaponized Voice Clones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Rapid Voice Synthesis: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Executive voices cloned in 30 seconds via generative audio tools.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Urgent WhatsApp Voice Notes: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'Clear ₹4.25L tooling deposit to vendor account before 5 PM.'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Psychological Vulnerability: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Urgency induces operators to bypass slow bank registry verification.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Irreversible Rails: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Indian rails (IMPS/UPI) have zero recall: no Ctrl+Z once dispatched.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FB300"/>
                </a:solidFill>
              </a:defRPr>
            </a:pPr>
            <a:r>
              <a:t>2. The Autonomous Agent Trap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The Industry Hype: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Startups giving LLMs direct API keys to move company treasury.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The Core Fallacy: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LLMs hallucinate, suffer prompt injection, and misunderstand edge cases.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Catastrophic Financial Impact: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In enterprise payments, a 1% failure rate is an existential disaster.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IntentLock Thesis: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Never let an LLM touch the financial trigger.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388CFF"/>
                </a:solidFill>
              </a:defRPr>
            </a:pPr>
            <a:r>
              <a:t>3. The Maker-Checker Blind Spot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Existing Protection: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RazorpayX provides robust internal Maker-Checker queues.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The Upstream Hole: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Spoofed instructions enter the queue as 'Maker Drafts' without origin validation.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Fatigued Reviewers: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Approvers click 'Confirm' assuming the desk verified the counterparty.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The Solution: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A zero-trust cryptographic gate BEFORE instructions enter RazorpayX.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RAZORPAY AI BUILDATHON 2026 • TRACK 2: AI RISK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3 Hard-Bounded Authority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tentLock_Architectur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4580"/>
            <a:ext cx="58521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645920"/>
            <a:ext cx="4279392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0D2FF"/>
                </a:solidFill>
              </a:defRPr>
            </a:pPr>
            <a:r>
              <a:t>Authority Separation Architecture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Lane 1: Trust Agent (Read-Only LLM)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Ingests audio/images under DPDP admission rules. Extracts intent &amp; links exact evidence spans. Zero money authority.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Lane 2: Deterministic Policy Gate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Operator freezes SHA-256 intent hash. Deterministic Python core evaluates limits &amp; approved counterparty registry.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Lane 3: Maker-Checker Rail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Issues single-use 15-minute HMAC-SHA256 grant. Dispatches exactly one pending item to RazorpayX queue.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Cryptographic Integrity Invariant: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Any edit to amount or account breaks the intent hash and instantly cancels the handoff grant.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RAZORPAY AI BUILDATHON 2026 • TRACK 2: AI RISK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Operational Flow: 3 Human Gestures &amp; Fault-Tolerant Replay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tentLock_SequenceFlow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4580"/>
            <a:ext cx="585216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645920"/>
            <a:ext cx="4279392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388CFF"/>
                </a:solidFill>
              </a:defRPr>
            </a:pPr>
            <a:r>
              <a:t>Operational Gating &amp; Fault Tolerance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Gesture 1: Freeze Intent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Operator verifies extracted spans. Freezes immutable SHA-256 Intent Hash into audit ledger.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Policy Step-Up: STEP_UP_REQUIRED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Unapproved destination! Gate halts execution; requires independent callback + separate controller sign-off.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Gestures 2 &amp; 3: Out-of-Band &amp; Approval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Controller approves destination -&gt; Case transitions to ELIGIBLE. Operator freshly initiates handoff to RazorpayX.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Uncertainty Never Becomes Permission: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Gateway timeouts enter RECONCILIATION_REQUIRED. Single-use HMAC burned; blind retries rejected.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RAZORPAY AI BUILDATHON 2026 • TRACK 2: AI RISK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Zero-Trust Cryptographic Ledger &amp; Data Privacy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0D2FF"/>
                </a:solidFill>
              </a:defRPr>
            </a:pPr>
            <a:r>
              <a:t>Authoritative Hash Chain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Dedicated Audit Store: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audit_events table is the sole authoritative audit store; chained via SHA-256.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Tip Integrity Verification: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Verified tip checkpoints signed with HMAC-SHA256 secret keys.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Tamper Detection: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Any row modification, deletion, or truncation causes immediate AuditLedgerIntegrityError.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Zero Mutable Leakage: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State mutations never bypass cryptographic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D990"/>
                </a:solidFill>
              </a:defRPr>
            </a:pPr>
            <a:r>
              <a:t>DPDP Privacy &amp; Admission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Processing Authority Records: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Mandatory admission record required before risk case creation.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Data Classification: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Validates classification, submitter role, and retention schedules.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Admission Rejection: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Invalid or unauthorized evidence triggers immediate Admission Rejection.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Defense-Only Architecture: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Strictly zero offensive tooling; strictly zero PII leaks to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388CFF"/>
                </a:solidFill>
              </a:defRPr>
            </a:pPr>
            <a:r>
              <a:t>Single-Use HMAC Grants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Single-Use HMAC Tokens: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HMAC-SHA256 handoff grants valid for exactly 15 minutes.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Cryptographic Pinning: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Bound strictly to case_id, case_version, and exact frozen intent_hash.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Atomic Claiming: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Executed with SQLite BEGIN IMMEDIATE transactions to prevent race conditions.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Anti-Replay Guarantee: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Tokens cannot be reused or replayed across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RAZORPAY AI BUILDATHON 2026 • TRACK 2: AI RISK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Rigor: 403 Passing Tests &amp; Disclosed Invariants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84648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388CFF"/>
                </a:solidFill>
              </a:defRPr>
            </a:pPr>
            <a:r>
              <a:t>Evaluation Harness &amp; Safety Suites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45-Case Development Policy Harness: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Validates span extraction, intent freezing, and basic registry checks.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90-Case Sealed Policy Plumbing Suite: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Covers edge cases: multi-currency, unapproved vendors, split amounts, ambiguous notes, and timeout forks.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81-Execution Critical Safety Harness (27 base x 3 repetitions):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Rigorous verification of zero Unsafe Handoffs, replay rejections, and grant expiration.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403 Automated Unit &amp; Integration Tests passing 100% in GitHub Actions CI.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45920"/>
            <a:ext cx="5175504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D990"/>
                </a:solidFill>
              </a:defRPr>
            </a:pPr>
            <a:r>
              <a:t>Honest Engineering Disclosure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The Golden Rule of Hackathons: Never fake production metrics.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Explicit Benchmarking Declaration: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Current benchmarks verify deterministic policy plumbing and safety boundary invariants against synthetic datasets.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Held-Out Production Targets (Declared as Targets):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Unsafe Handoffs: 0 (Zero Tolerance - Verified in Invariant Suite)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- 3-Action Correctness Target: &gt;= 90.0%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Protective Intervention Recall Target: &gt;= 95.0%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Operator Interaction Reduction Target: &gt;= 30.0%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Live Whisper / ASR models staged for Design Partner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RAZORPAY AI BUILDATHON 2026 • TRACK 2: AI RISK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Startup Thesis: Defensible Wedge for RazorpayX Payouts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0D2FF"/>
                </a:solidFill>
              </a:defRPr>
            </a:pPr>
            <a:r>
              <a:t>1. Beachhead &amp; Ideal Buyer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Target Buyer: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Finance Control Owners, CFOs, &amp; Heads of Treasury.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Target Segment: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Indian growth &amp; mid-market enterprises running on RazorpayX.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Urgent Wedge: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Gating high-urgency, out-of-band payout exceptions.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Solves the #1 Threat: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CEO deepfake audio inducing unauthorized wire transfers.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388CFF"/>
                </a:solidFill>
              </a:defRPr>
            </a:pPr>
            <a:r>
              <a:t>2. 90-Day Design Partner Pilot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Staged 3-Partner Pilot: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Validate in live shadowing with 3 Indian mid-market businesses.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Measured Success Criteria: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- 0 Unsafe Handoffs during live shadowing.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&gt;= 30% reduction in manual operator triage time.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- 100% catch rate on modified destination bank details.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Disciplined Expansion: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Only expand into vendor onboarding if 2 of 3 partners commit.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D990"/>
                </a:solidFill>
              </a:defRPr>
            </a:pPr>
            <a:r>
              <a:t>3. Defensible Moat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Models are Commodities: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Foundation models (Whisper, Gemini, Llama) get swapped constantly.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The Durable Moat: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Counterparty trust graph &amp; approved beneficiary registry.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Tamper-evident cryptographic audit ledger.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Deep workflow embedding into RazorpayX Maker-Checker rails.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- Provable safety invariant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D2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IntentLock Wins Track 2: AI Risk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19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D990"/>
                </a:solidFill>
              </a:defRPr>
            </a:pPr>
            <a:r>
              <a:t>Production-Grade Delivery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403 passing unit &amp; integration tests.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GitHub Actions CI 100% Green (lint, tests, evals, Docker).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CycloneDX &amp; SPDX SBOM generator.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Pinned multi-stage Docker build.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Full FastAPI backend + Vite React Operator Console.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MIT Open Source License.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00D2FF"/>
                </a:solidFill>
              </a:defRPr>
            </a:pPr>
            <a:r>
              <a:t>Strategic Razorpay Alignment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Native extension for RazorpayX Payouts &amp; Vendor Payments.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Protects Razorpay merchants from modern deepfake threats.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Embeds seamlessly into existing Maker-Checker approval flows.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Strictly defense-only: 100% compliant with Track 2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709160"/>
          </a:xfrm>
          <a:prstGeom prst="roundRect">
            <a:avLst/>
          </a:prstGeom>
          <a:solidFill>
            <a:srgbClr val="0D1628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219456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388CFF"/>
                </a:solidFill>
              </a:defRPr>
            </a:pPr>
            <a:r>
              <a:t>The Ask to Judges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Architectural Grilling: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Evaluate IntentLock on its disclosed safety invariants, code architecture, and honest metrics.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• Razorpay Ecosystem Integration:</a:t>
            </a:r>
          </a:p>
          <a:p>
            <a:pPr>
              <a:spcAft>
                <a:spcPts val="450"/>
              </a:spcAft>
              <a:defRPr sz="1150">
                <a:solidFill>
                  <a:srgbClr val="9CAFCB"/>
                </a:solidFill>
              </a:defRPr>
            </a:pPr>
            <a:r>
              <a:t>  Introductions to 3 RazorpayX design partners to validate in live shadowing.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Repository:</a:t>
            </a:r>
          </a:p>
          <a:p>
            <a:pPr>
              <a:spcAft>
                <a:spcPts val="450"/>
              </a:spcAft>
              <a:defRPr sz="1150">
                <a:solidFill>
                  <a:srgbClr val="F8FAFC"/>
                </a:solidFill>
              </a:defRPr>
            </a:pPr>
            <a:r>
              <a:t>github.com/KunalKumarMehta/razorpay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